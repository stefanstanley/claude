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Onepager zum Konzept der VDE-Zugangsverwaltung. Kernaussage: Der Databricks-Job automatisiert die Entscheidung, wer welchen Regelwerkszugang braucht, nicht die Ausfuehrung im VDE-Portal. Soll aus SharePoint, Ist als Delta-Tabelle, Ergebnis ist eine priorisierte Aufgabenliste per Mail.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VDE-Regelwerkszugänge automatisiert verwalten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96112"/>
            <a:ext cx="9692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Databricks-Job: gleicht die SharePoint-Liste (Soll) mit dem geführten Ist-Bestand ab und liefert dem Zugangsverantwortlichen eine priorisierte Aufgabenliste.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113264" y="384048"/>
            <a:ext cx="1572768" cy="475488"/>
          </a:xfrm>
          <a:prstGeom prst="roundRect">
            <a:avLst>
              <a:gd name="adj" fmla="val 15385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13264" y="384048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wöchentlich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07:00 Uhr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2487168" cy="1060704"/>
          </a:xfrm>
          <a:prstGeom prst="roundRect">
            <a:avLst>
              <a:gd name="adj" fmla="val 5172"/>
            </a:avLst>
          </a:prstGeom>
          <a:solidFill>
            <a:srgbClr val="E8EFF4"/>
          </a:solidFill>
          <a:ln w="12700">
            <a:solidFill>
              <a:srgbClr val="E8EF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9224" y="1655064"/>
            <a:ext cx="292608" cy="29260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" y="1655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14984" y="163677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SharePoint-Liste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2002536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44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Soll-Zustand: welcher Mitarbeiter braucht welches Regelwerk, Austrittsdatum, Gültigkeit.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92424" y="1517904"/>
            <a:ext cx="2487168" cy="1060704"/>
          </a:xfrm>
          <a:prstGeom prst="roundRect">
            <a:avLst>
              <a:gd name="adj" fmla="val 5172"/>
            </a:avLst>
          </a:prstGeom>
          <a:solidFill>
            <a:srgbClr val="E8EFF4"/>
          </a:solidFill>
          <a:ln w="12700">
            <a:solidFill>
              <a:srgbClr val="E8EF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38728" y="1655064"/>
            <a:ext cx="292608" cy="29260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38728" y="1655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904488" y="163677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Databricks-Job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547872" y="2002536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44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Liest über Microsoft Graph (nur lesend), vergleicht mit dem Ist-Bestand, prüft Fristen.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81928" y="1517904"/>
            <a:ext cx="2487168" cy="1060704"/>
          </a:xfrm>
          <a:prstGeom prst="roundRect">
            <a:avLst>
              <a:gd name="adj" fmla="val 5172"/>
            </a:avLst>
          </a:prstGeom>
          <a:solidFill>
            <a:srgbClr val="E8EFF4"/>
          </a:solidFill>
          <a:ln w="12700">
            <a:solidFill>
              <a:srgbClr val="E8EF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28232" y="1655064"/>
            <a:ext cx="292608" cy="29260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28232" y="1655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793992" y="163677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Aufgabenliste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437376" y="2002536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44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 mit priorisierten Maßnahmen, CSV im Anhang, Protokoll in Delta.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171432" y="1517904"/>
            <a:ext cx="2487168" cy="1060704"/>
          </a:xfrm>
          <a:prstGeom prst="roundRect">
            <a:avLst>
              <a:gd name="adj" fmla="val 5172"/>
            </a:avLst>
          </a:prstGeom>
          <a:solidFill>
            <a:srgbClr val="E8EFF4"/>
          </a:solidFill>
          <a:ln w="12700">
            <a:solidFill>
              <a:srgbClr val="E8EFF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17736" y="1655064"/>
            <a:ext cx="292608" cy="29260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317736" y="1655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683496" y="163677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VDE-Portal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326880" y="2002536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44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Zugänge manuell anlegen oder entziehen – der Job hat die Arbeit vorsortiert.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063240" y="1965960"/>
            <a:ext cx="256032" cy="164592"/>
          </a:xfrm>
          <a:prstGeom prst="rightArrow">
            <a:avLst/>
          </a:prstGeom>
          <a:solidFill>
            <a:srgbClr val="B6C6D2"/>
          </a:solidFill>
          <a:ln w="12700">
            <a:solidFill>
              <a:srgbClr val="B6C6D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52744" y="1965960"/>
            <a:ext cx="256032" cy="164592"/>
          </a:xfrm>
          <a:prstGeom prst="rightArrow">
            <a:avLst/>
          </a:prstGeom>
          <a:solidFill>
            <a:srgbClr val="B6C6D2"/>
          </a:solidFill>
          <a:ln w="12700">
            <a:solidFill>
              <a:srgbClr val="B6C6D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842248" y="1965960"/>
            <a:ext cx="256032" cy="164592"/>
          </a:xfrm>
          <a:prstGeom prst="rightArrow">
            <a:avLst/>
          </a:prstGeom>
          <a:solidFill>
            <a:srgbClr val="B6C6D2"/>
          </a:solidFill>
          <a:ln w="12700">
            <a:solidFill>
              <a:srgbClr val="B6C6D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92424" y="2670048"/>
            <a:ext cx="8266176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3520440" y="2798064"/>
            <a:ext cx="237744" cy="146304"/>
          </a:xfrm>
          <a:prstGeom prst="leftArrow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831336" y="2670048"/>
            <a:ext cx="7699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Ist-Bestand als Delta-Tabelle:  </a:t>
            </a:r>
            <a:pPr indent="0" marL="0">
              <a:buNone/>
            </a:pPr>
            <a:r>
              <a:rPr lang="en-US" sz="950" dirty="0">
                <a:solidFill>
                  <a:srgbClr val="44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VDE-Portal kennt keine Abfrage – erledigte Maßnahmen werden zurückgemeldet, damit der nächste Lauf sie nicht erneut vorschlägt.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502920" y="32186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der Job erkennt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02920" y="3547872"/>
            <a:ext cx="2487168" cy="1152144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5E0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6656" y="3767328"/>
            <a:ext cx="137160" cy="1371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05256" y="3694176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ANLEGEN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76656" y="4041648"/>
            <a:ext cx="21396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4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Mitarbeiter steht mit einem Regelwerk in der Liste, hat aber keinen Zugang.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392424" y="3547872"/>
            <a:ext cx="2487168" cy="1152144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5E0E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566160" y="3767328"/>
            <a:ext cx="137160" cy="137160"/>
          </a:xfrm>
          <a:prstGeom prst="ellipse">
            <a:avLst/>
          </a:prstGeom>
          <a:solidFill>
            <a:srgbClr val="A63D32"/>
          </a:solidFill>
          <a:ln w="12700">
            <a:solidFill>
              <a:srgbClr val="A63D3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794760" y="3694176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A63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ENTZIEHEN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3566160" y="4041648"/>
            <a:ext cx="21396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4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Ausgeschieden oder inaktiv, Austritt in den nächsten 30 Tagen, Bedarf entfallen.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281928" y="3547872"/>
            <a:ext cx="2487168" cy="1152144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5E0E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55664" y="3767328"/>
            <a:ext cx="137160" cy="137160"/>
          </a:xfrm>
          <a:prstGeom prst="ellipse">
            <a:avLst/>
          </a:prstGeom>
          <a:solidFill>
            <a:srgbClr val="9C6F16"/>
          </a:solidFill>
          <a:ln w="12700">
            <a:solidFill>
              <a:srgbClr val="9C6F16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684264" y="3694176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C6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VERLÄNGERN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6455664" y="4041648"/>
            <a:ext cx="21396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4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Gültigkeit ist abgelaufen oder läuft im Vorlauffenster ab.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9171432" y="3547872"/>
            <a:ext cx="2487168" cy="1152144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5E0E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345168" y="3767328"/>
            <a:ext cx="137160" cy="137160"/>
          </a:xfrm>
          <a:prstGeom prst="ellipse">
            <a:avLst/>
          </a:prstGeom>
          <a:solidFill>
            <a:srgbClr val="6B7A8C"/>
          </a:solidFill>
          <a:ln w="12700">
            <a:solidFill>
              <a:srgbClr val="6B7A8C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9573768" y="3694176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PRÜFEN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9345168" y="4041648"/>
            <a:ext cx="21396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4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Zugang ohne Stammdatensatz. Unklare Datenlage wird gemeldet, nie still entzogen.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502920" y="49011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Konstruktionsprinzipien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521208" y="5326380"/>
            <a:ext cx="100584" cy="10058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40664" y="5248656"/>
            <a:ext cx="6720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Testlauf ist der Standard. </a:t>
            </a:r>
            <a:pPr indent="0" marL="0">
              <a:buNone/>
            </a:pPr>
            <a:r>
              <a:rPr lang="en-US" sz="1050" dirty="0">
                <a:solidFill>
                  <a:srgbClr val="44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erste Lauf schreibt nichts und versendet nichts.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521208" y="5623560"/>
            <a:ext cx="100584" cy="10058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740664" y="5545836"/>
            <a:ext cx="6720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still entziehen. </a:t>
            </a:r>
            <a:pPr indent="0" marL="0">
              <a:buNone/>
            </a:pPr>
            <a:r>
              <a:rPr lang="en-US" sz="1050" dirty="0">
                <a:solidFill>
                  <a:srgbClr val="44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nicht eindeutig zuordenbar ist, wird zum Prüffall.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521208" y="5920740"/>
            <a:ext cx="100584" cy="10058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740664" y="5843016"/>
            <a:ext cx="6720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Zugangsdaten im Code. </a:t>
            </a:r>
            <a:pPr indent="0" marL="0">
              <a:buNone/>
            </a:pPr>
            <a:r>
              <a:rPr lang="en-US" sz="1050" dirty="0">
                <a:solidFill>
                  <a:srgbClr val="44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Graph-App im Secret Scope, Leserecht auf genau eine Site.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521208" y="6217920"/>
            <a:ext cx="100584" cy="10058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740664" y="6140196"/>
            <a:ext cx="6720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Fachlogik ohne Cluster testbar. </a:t>
            </a:r>
            <a:pPr indent="0" marL="0">
              <a:buNone/>
            </a:pPr>
            <a:r>
              <a:rPr lang="en-US" sz="1050" dirty="0">
                <a:solidFill>
                  <a:srgbClr val="445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Tests laufen lokal, Regeln stehen an einer Stelle.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7607808" y="4901184"/>
            <a:ext cx="4078224" cy="1536192"/>
          </a:xfrm>
          <a:prstGeom prst="roundRect">
            <a:avLst>
              <a:gd name="adj" fmla="val 4167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7845552" y="5065776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Bewusst kein Auto-Provisioning</a:t>
            </a:r>
            <a:endParaRPr lang="en-US" sz="1300" dirty="0"/>
          </a:p>
        </p:txBody>
      </p:sp>
      <p:sp>
        <p:nvSpPr>
          <p:cNvPr id="60" name="Text 58"/>
          <p:cNvSpPr txBox="1"/>
          <p:nvPr/>
        </p:nvSpPr>
        <p:spPr>
          <a:xfrm>
            <a:off x="7845552" y="5394960"/>
            <a:ext cx="360273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C6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VDE bietet keine Schnittstelle. Der Job ersetzt die Recherche, nicht den Klick im Portal – und protokolliert jeden Lauf nachvollziehbar. Kommt später eine API, sind nur zwei Module betroffen.</a:t>
            </a:r>
            <a:endParaRPr lang="en-US" sz="1050" dirty="0"/>
          </a:p>
        </p:txBody>
      </p:sp>
      <p:sp>
        <p:nvSpPr>
          <p:cNvPr id="61" name="Text 59"/>
          <p:cNvSpPr txBox="1"/>
          <p:nvPr/>
        </p:nvSpPr>
        <p:spPr>
          <a:xfrm>
            <a:off x="502920" y="6492240"/>
            <a:ext cx="11183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Repository: vde-zugangsverwaltung  ·  Notebook + Job-Definition (Asset Bundle)  ·  Unity Catalog: governance.vde_zugang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VDE-Zugangsverwaltung – Konzept</dc:title>
  <dc:subject>PptxGenJS Presentation</dc:subject>
  <dc:creator>Claude Code</dc:creator>
  <cp:lastModifiedBy>Claude Code</cp:lastModifiedBy>
  <cp:revision>1</cp:revision>
  <dcterms:created xsi:type="dcterms:W3CDTF">2026-08-27T13:56:40Z</dcterms:created>
  <dcterms:modified xsi:type="dcterms:W3CDTF">2026-08-27T13:56:40Z</dcterms:modified>
</cp:coreProperties>
</file>