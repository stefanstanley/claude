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Onepager zum Konzept der VDE-Zugangsverwaltung. Kernaussage: Der Databricks-Job uebernimmt Entscheidung UND Ausfuehrung - er bedient die Normenbibliothek per Browser-Automatisierung. Soll aus SharePoint, Ist direkt aus dem Portal. Sicherheitsnetz ist die Notbremse.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VDE-Regelwerkszugänge vollautomatisch verwalten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Databricks-Job liest den Soll-Zustand aus SharePoint, den Ist-Zustand aus der Normenbibliothek – und legt Zugänge dort selbst an, entzieht und verlängert sie.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3264" y="384048"/>
            <a:ext cx="1572768" cy="475488"/>
          </a:xfrm>
          <a:prstGeom prst="roundRect">
            <a:avLst>
              <a:gd name="adj" fmla="val 15385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3264" y="384048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wöchentlich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07:00 Uhr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517904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E8EFF4"/>
          </a:solidFill>
          <a:ln w="12700">
            <a:solidFill>
              <a:srgbClr val="E8EF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9224" y="16550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63677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SharePoint-Liste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00253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Soll: welcher Mitarbeiter braucht welches Regelwerk, Austritt, Gültigkeit.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92424" y="1517904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E8EFF4"/>
          </a:solidFill>
          <a:ln w="12700">
            <a:solidFill>
              <a:srgbClr val="E8EF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6550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8728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04488" y="163677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Databricks-Job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47872" y="200253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Soll und Ist, prüft Fristen, bestimmt die nötigen Änderungen.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81928" y="1517904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E8EFF4"/>
          </a:solidFill>
          <a:ln w="12700">
            <a:solidFill>
              <a:srgbClr val="E8EF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28232" y="16550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28232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93992" y="163677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Normenbibliothek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200253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Job bedient die Oberfläche selbst: anlegen, entziehen, verlängern.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171432" y="1517904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E8EFF4"/>
          </a:solidFill>
          <a:ln w="12700">
            <a:solidFill>
              <a:srgbClr val="E8EF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17736" y="16550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17736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83496" y="163677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Nachweis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200253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Aktion wird nachgelesen, protokolliert und per Mail berichtet.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63240" y="1965960"/>
            <a:ext cx="256032" cy="164592"/>
          </a:xfrm>
          <a:prstGeom prst="rightArrow">
            <a:avLst/>
          </a:prstGeom>
          <a:solidFill>
            <a:srgbClr val="B6C6D2"/>
          </a:solidFill>
          <a:ln w="12700">
            <a:solidFill>
              <a:srgbClr val="B6C6D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52744" y="1965960"/>
            <a:ext cx="256032" cy="164592"/>
          </a:xfrm>
          <a:prstGeom prst="rightArrow">
            <a:avLst/>
          </a:prstGeom>
          <a:solidFill>
            <a:srgbClr val="B6C6D2"/>
          </a:solidFill>
          <a:ln w="12700">
            <a:solidFill>
              <a:srgbClr val="B6C6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42248" y="1965960"/>
            <a:ext cx="256032" cy="164592"/>
          </a:xfrm>
          <a:prstGeom prst="rightArrow">
            <a:avLst/>
          </a:prstGeom>
          <a:solidFill>
            <a:srgbClr val="B6C6D2"/>
          </a:solidFill>
          <a:ln w="12700">
            <a:solidFill>
              <a:srgbClr val="B6C6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92424" y="2670048"/>
            <a:ext cx="8266176" cy="402336"/>
          </a:xfrm>
          <a:prstGeom prst="roundRect">
            <a:avLst>
              <a:gd name="adj" fmla="val 11364"/>
            </a:avLst>
          </a:prstGeom>
          <a:solidFill>
            <a:srgbClr val="FDF3F3"/>
          </a:solidFill>
          <a:ln w="12700">
            <a:solidFill>
              <a:srgbClr val="A63D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38728" y="2788920"/>
            <a:ext cx="164592" cy="164592"/>
          </a:xfrm>
          <a:prstGeom prst="ellipse">
            <a:avLst/>
          </a:prstGeom>
          <a:solidFill>
            <a:srgbClr val="A63D32"/>
          </a:solidFill>
          <a:ln w="12700">
            <a:solidFill>
              <a:srgbClr val="A63D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31336" y="2670048"/>
            <a:ext cx="7699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63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Notbremse:  </a:t>
            </a:r>
            <a:pPr indent="0" marL="0">
              <a:buNone/>
            </a:pPr>
            <a:r>
              <a:rPr lang="en-US" sz="9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mehr als 10 Entzügen, 40 Änderungen oder 30 % des Bestands stoppt der Lauf, bevor er irgendetwas ändert – eine kaputte Liste darf niemandem den Zugang nehmen.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218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Job erkennt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248716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3767328"/>
            <a:ext cx="137160" cy="1371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5256" y="369417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ANLEGEN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76656" y="4041648"/>
            <a:ext cx="2139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 steht mit einem Regelwerk in der Liste, hat aber keinen Zugang.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92424" y="3547872"/>
            <a:ext cx="248716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6160" y="3767328"/>
            <a:ext cx="137160" cy="137160"/>
          </a:xfrm>
          <a:prstGeom prst="ellipse">
            <a:avLst/>
          </a:prstGeom>
          <a:solidFill>
            <a:srgbClr val="A63D32"/>
          </a:solidFill>
          <a:ln w="12700">
            <a:solidFill>
              <a:srgbClr val="A63D3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794760" y="369417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63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ENTZIEHEN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566160" y="4041648"/>
            <a:ext cx="2139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Ausgeschieden oder inaktiv, Austritt in den nächsten 30 Tagen, Bedarf entfallen.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81928" y="3547872"/>
            <a:ext cx="248716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55664" y="3767328"/>
            <a:ext cx="137160" cy="137160"/>
          </a:xfrm>
          <a:prstGeom prst="ellipse">
            <a:avLst/>
          </a:prstGeom>
          <a:solidFill>
            <a:srgbClr val="9C6F16"/>
          </a:solidFill>
          <a:ln w="12700">
            <a:solidFill>
              <a:srgbClr val="9C6F1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684264" y="369417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C6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VERLÄNGERN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041648"/>
            <a:ext cx="2139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Gültigkeit ist abgelaufen oder läuft im Vorlauffenster ab.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171432" y="3547872"/>
            <a:ext cx="248716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345168" y="3767328"/>
            <a:ext cx="137160" cy="137160"/>
          </a:xfrm>
          <a:prstGeom prst="ellipse">
            <a:avLst/>
          </a:prstGeom>
          <a:solidFill>
            <a:srgbClr val="6B7A8C"/>
          </a:solidFill>
          <a:ln w="12700">
            <a:solidFill>
              <a:srgbClr val="6B7A8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573768" y="369417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PRÜFEN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345168" y="4041648"/>
            <a:ext cx="2139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Zugang ohne Stammdatensatz. Unklare Datenlage wird gemeldet, nie still entzogen.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02920" y="49011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Konstruktionsprinzipien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21208" y="5326380"/>
            <a:ext cx="100584" cy="1005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0664" y="5248656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Aktion wird nachgelesen. </a:t>
            </a:r>
            <a:pPr indent="0" marL="0">
              <a:buNone/>
            </a:pPr>
            <a:r>
              <a:rPr lang="en-US" sz="10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frische Blick ins Portal gilt als Nachweis.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21208" y="5623560"/>
            <a:ext cx="100584" cy="1005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40664" y="5545836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still entziehen. </a:t>
            </a:r>
            <a:pPr indent="0" marL="0">
              <a:buNone/>
            </a:pPr>
            <a:r>
              <a:rPr lang="en-US" sz="10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Unklare Datenlage wird zum Prüffall, nie zur Aktion.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21208" y="5920740"/>
            <a:ext cx="100584" cy="1005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40664" y="5843016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Inbetriebnahme in drei Stufen. </a:t>
            </a:r>
            <a:pPr indent="0" marL="0">
              <a:buNone/>
            </a:pPr>
            <a:r>
              <a:rPr lang="en-US" sz="10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melden, dann lesen, dann schreiben.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21208" y="6217920"/>
            <a:ext cx="100584" cy="1005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40664" y="6140196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Portal-Änderung trifft eine Datei. </a:t>
            </a:r>
            <a:pPr indent="0" marL="0">
              <a:buNone/>
            </a:pPr>
            <a:r>
              <a:rPr lang="en-US" sz="1050" dirty="0">
                <a:solidFill>
                  <a:srgbClr val="445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Ortsangaben liegen in selektoren.json.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607808" y="4901184"/>
            <a:ext cx="4078224" cy="1536192"/>
          </a:xfrm>
          <a:prstGeom prst="roundRect">
            <a:avLst>
              <a:gd name="adj" fmla="val 4167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845552" y="5065776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Handarbeit bleibt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845552" y="5394960"/>
            <a:ext cx="36027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6D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Prüffälle mit unklarer Datenlage. Und nach einem Portal-Update die Selektoren nachziehen – ein Skript schlägt sie vor, realistisch ein- bis zweimal im Jahr.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502920" y="64922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vde-zugangsverwaltung  ·  Playwright auf dem Job-Cluster  ·  58 Tests, davon 16 gegen ein Portal-Double  ·  Unity Catalog: governance.vde_zugang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VDE-Zugangsverwaltung – Konzept</dc:title>
  <dc:subject>PptxGenJS Presentation</dc:subject>
  <dc:creator>Claude Code</dc:creator>
  <cp:lastModifiedBy>Claude Code</cp:lastModifiedBy>
  <cp:revision>1</cp:revision>
  <dcterms:created xsi:type="dcterms:W3CDTF">2026-08-27T14:30:47Z</dcterms:created>
  <dcterms:modified xsi:type="dcterms:W3CDTF">2026-08-27T14:30:47Z</dcterms:modified>
</cp:coreProperties>
</file>